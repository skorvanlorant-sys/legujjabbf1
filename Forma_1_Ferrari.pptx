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6" r:id="rId2"/>
    <p:sldId id="259" r:id="rId3"/>
    <p:sldId id="263" r:id="rId4"/>
    <p:sldId id="257" r:id="rId5"/>
    <p:sldId id="258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E1860-4564-4130-B2C2-05EE987A51A2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44A87-A065-404E-8711-3C9B91C6FC2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0034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44A87-A065-404E-8711-3C9B91C6FC2C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4691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1436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113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057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113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84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4019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3124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371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529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47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7545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CC5E27-173A-4EF9-BE3B-4E16709050A6}" type="datetimeFigureOut">
              <a:rPr lang="hu-HU" smtClean="0"/>
              <a:t>2026. 04. 27.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1650606-83C2-452C-9C4A-A70533703EA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88283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égi angol autó">
            <a:extLst>
              <a:ext uri="{FF2B5EF4-FFF2-40B4-BE49-F238E27FC236}">
                <a16:creationId xmlns:a16="http://schemas.microsoft.com/office/drawing/2014/main" id="{5F4136AB-90E2-2A89-C6A7-00288B487E2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5070" b="66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2FA2326-F1B6-5F9F-6B3B-4365F0303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10515600" cy="2985923"/>
          </a:xfrm>
        </p:spPr>
        <p:txBody>
          <a:bodyPr wrap="square">
            <a:normAutofit/>
          </a:bodyPr>
          <a:lstStyle/>
          <a:p>
            <a:pPr algn="ctr"/>
            <a:r>
              <a:rPr lang="hu-HU" sz="8800" b="1" dirty="0"/>
              <a:t>Forma 1, Ferrari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19994B4-6F5B-7677-995C-26095BF8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" y="3066200"/>
            <a:ext cx="10515600" cy="1384310"/>
          </a:xfrm>
        </p:spPr>
        <p:txBody>
          <a:bodyPr wrap="square">
            <a:normAutofit/>
          </a:bodyPr>
          <a:lstStyle/>
          <a:p>
            <a:pPr algn="ctr"/>
            <a:r>
              <a:rPr lang="hu-HU" sz="2400" b="1" dirty="0">
                <a:solidFill>
                  <a:schemeClr val="tx1"/>
                </a:solidFill>
              </a:rPr>
              <a:t>Készítette :Gergely Panna, </a:t>
            </a:r>
            <a:r>
              <a:rPr lang="hu-HU" sz="2400" b="1" dirty="0" err="1">
                <a:solidFill>
                  <a:schemeClr val="tx1"/>
                </a:solidFill>
              </a:rPr>
              <a:t>Skorván</a:t>
            </a:r>
            <a:r>
              <a:rPr lang="hu-HU" sz="2400" b="1" dirty="0">
                <a:solidFill>
                  <a:schemeClr val="tx1"/>
                </a:solidFill>
              </a:rPr>
              <a:t> Lóránt, Pásztor Benedek</a:t>
            </a:r>
          </a:p>
        </p:txBody>
      </p:sp>
    </p:spTree>
    <p:extLst>
      <p:ext uri="{BB962C8B-B14F-4D97-AF65-F5344CB8AC3E}">
        <p14:creationId xmlns:p14="http://schemas.microsoft.com/office/powerpoint/2010/main" val="2109863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AEB4243-4B41-E92B-264D-AF512227A0FA}"/>
              </a:ext>
            </a:extLst>
          </p:cNvPr>
          <p:cNvSpPr/>
          <p:nvPr/>
        </p:nvSpPr>
        <p:spPr>
          <a:xfrm>
            <a:off x="0" y="552141"/>
            <a:ext cx="12192000" cy="9692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3B7F907-6BA2-42BF-2884-DD9CAC4D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hu-HU" sz="6600" b="1" dirty="0"/>
              <a:t>Téma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2FD0B6-50A3-F6FF-2AE5-8C09E0177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430" y="1551203"/>
            <a:ext cx="4205140" cy="1610298"/>
          </a:xfrm>
        </p:spPr>
        <p:txBody>
          <a:bodyPr wrap="square">
            <a:normAutofit/>
          </a:bodyPr>
          <a:lstStyle/>
          <a:p>
            <a:pPr algn="ctr"/>
            <a:r>
              <a:rPr lang="hu-HU" sz="2400" b="1" dirty="0"/>
              <a:t>Forma 1 bemutatása </a:t>
            </a:r>
          </a:p>
          <a:p>
            <a:pPr algn="ctr"/>
            <a:r>
              <a:rPr lang="hu-HU" sz="2400" b="1" dirty="0"/>
              <a:t>Ferrari bemutatása </a:t>
            </a:r>
          </a:p>
          <a:p>
            <a:pPr algn="ctr"/>
            <a:r>
              <a:rPr lang="hu-HU" sz="2400" b="1" dirty="0"/>
              <a:t>2026 Forma 1 nagydíjak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A2ECBB2-3DCC-C72A-1FC6-5E8E771D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2" y="3273965"/>
            <a:ext cx="6220795" cy="3456723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29B8DE1-DCE9-F897-ADB5-D0D9B18FC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97" y="3429000"/>
            <a:ext cx="5766727" cy="316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623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20DF3E8B-4DD5-2460-66BD-DAD46BDB2C46}"/>
              </a:ext>
            </a:extLst>
          </p:cNvPr>
          <p:cNvSpPr/>
          <p:nvPr/>
        </p:nvSpPr>
        <p:spPr>
          <a:xfrm>
            <a:off x="0" y="458633"/>
            <a:ext cx="12192000" cy="9692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F661223-7319-6297-A15B-BF014EBC1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600" b="1" dirty="0"/>
              <a:t>HTML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C28435A-7E66-199D-D74F-52FD229D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0" y="1521405"/>
            <a:ext cx="4740027" cy="5227319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F1E783B3-17BB-D85A-E63C-A4403D4BEDD7}"/>
              </a:ext>
            </a:extLst>
          </p:cNvPr>
          <p:cNvSpPr txBox="1"/>
          <p:nvPr/>
        </p:nvSpPr>
        <p:spPr>
          <a:xfrm>
            <a:off x="838200" y="2748056"/>
            <a:ext cx="4170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kvízhez tartozó rész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&lt;input&gt; használata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radio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name</a:t>
            </a: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value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724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CDAEEC0-749B-57DC-1B8E-7173B6ED05D0}"/>
              </a:ext>
            </a:extLst>
          </p:cNvPr>
          <p:cNvSpPr/>
          <p:nvPr/>
        </p:nvSpPr>
        <p:spPr>
          <a:xfrm>
            <a:off x="0" y="552141"/>
            <a:ext cx="12192000" cy="9692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EDD283F-E2C7-139B-B36A-C7642163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hu-HU" sz="6600" b="1" dirty="0"/>
              <a:t>Java Script</a:t>
            </a:r>
            <a:endParaRPr lang="hu-HU" sz="66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0DEBC60-8F33-5FE4-2344-9C2E2985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094595" cy="4351338"/>
          </a:xfrm>
        </p:spPr>
        <p:txBody>
          <a:bodyPr wrap="square">
            <a:normAutofit/>
          </a:bodyPr>
          <a:lstStyle/>
          <a:p>
            <a:r>
              <a:rPr lang="hu-HU" sz="2400" b="1" dirty="0"/>
              <a:t>Egymódszer</a:t>
            </a:r>
          </a:p>
          <a:p>
            <a:r>
              <a:rPr lang="hu-HU" sz="2400" b="1" dirty="0"/>
              <a:t>3 kvízhez ugyan az a kód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BBDBB4D-382A-4A5F-249B-848B50DC1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804" y="1910467"/>
            <a:ext cx="3875996" cy="439539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108946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EC835D65-ECDB-2386-4D5C-A5FACD1201F7}"/>
              </a:ext>
            </a:extLst>
          </p:cNvPr>
          <p:cNvSpPr/>
          <p:nvPr/>
        </p:nvSpPr>
        <p:spPr>
          <a:xfrm>
            <a:off x="0" y="427976"/>
            <a:ext cx="12192000" cy="9692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814443C-B630-6DE2-570B-22FA45C4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hu-HU" sz="6600" b="1" dirty="0"/>
              <a:t>CSS</a:t>
            </a:r>
            <a:endParaRPr lang="hu-HU" sz="8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16B5BF-03DC-A028-BB83-F9DE95FE6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8356" y="4385604"/>
            <a:ext cx="3799788" cy="2913957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endParaRPr lang="hu-HU" sz="2400" b="1" dirty="0"/>
          </a:p>
          <a:p>
            <a:pPr algn="ctr"/>
            <a:r>
              <a:rPr lang="hu-HU" sz="2400" b="1" dirty="0"/>
              <a:t>Viszonylag egyszerű kódokat használtunk </a:t>
            </a:r>
          </a:p>
          <a:p>
            <a:pPr algn="ctr"/>
            <a:r>
              <a:rPr lang="hu-HU" sz="2400" b="1" dirty="0"/>
              <a:t>Csak egy </a:t>
            </a:r>
            <a:r>
              <a:rPr lang="hu-HU" sz="2000" b="1" dirty="0"/>
              <a:t>kettőt</a:t>
            </a:r>
            <a:r>
              <a:rPr lang="hu-HU" sz="2400" b="1" dirty="0"/>
              <a:t> tudnánk kiemelni amik nagyobb fejfájást okoztak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93E822A-94D1-BC4E-757F-9F31151A4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7" y="1983613"/>
            <a:ext cx="3256429" cy="3760311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8EFDFF2-172B-8E42-8B05-071989A23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98" y="1521405"/>
            <a:ext cx="555385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8014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C3378713-E440-197F-1B4B-3B1F5072A20F}"/>
              </a:ext>
            </a:extLst>
          </p:cNvPr>
          <p:cNvSpPr/>
          <p:nvPr/>
        </p:nvSpPr>
        <p:spPr>
          <a:xfrm>
            <a:off x="-64008" y="267334"/>
            <a:ext cx="12192000" cy="96926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6E306E-9C55-87D8-0510-A60AAFC6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13" y="157131"/>
            <a:ext cx="10515600" cy="1325563"/>
          </a:xfrm>
        </p:spPr>
        <p:txBody>
          <a:bodyPr wrap="square">
            <a:normAutofit/>
          </a:bodyPr>
          <a:lstStyle/>
          <a:p>
            <a:pPr algn="ctr"/>
            <a:r>
              <a:rPr lang="hu-HU" sz="5400" b="1" dirty="0"/>
              <a:t>Hogyan néz ki 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FFE6E3DD-4000-257D-E946-CE9745C6E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359" y="2349531"/>
            <a:ext cx="4838728" cy="435133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006C287-6A20-A8EE-B9EE-592BB618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196" y="1741394"/>
            <a:ext cx="5938804" cy="5116606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54B3618E-A760-3262-123C-E6C6E1843303}"/>
              </a:ext>
            </a:extLst>
          </p:cNvPr>
          <p:cNvSpPr txBox="1"/>
          <p:nvPr/>
        </p:nvSpPr>
        <p:spPr>
          <a:xfrm>
            <a:off x="2479548" y="1741394"/>
            <a:ext cx="1004047" cy="646331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hu-HU" sz="2400" b="1" dirty="0"/>
              <a:t>Így néz ki a kvíz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D25A8D61-86F5-9842-BBAD-95BAC21B1C7D}"/>
              </a:ext>
            </a:extLst>
          </p:cNvPr>
          <p:cNvSpPr txBox="1"/>
          <p:nvPr/>
        </p:nvSpPr>
        <p:spPr>
          <a:xfrm>
            <a:off x="8536771" y="1300606"/>
            <a:ext cx="1398494" cy="646331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ctr"/>
            <a:r>
              <a:rPr lang="hu-HU" sz="2400" b="1" dirty="0"/>
              <a:t>Így néz ki maga a web</a:t>
            </a:r>
          </a:p>
        </p:txBody>
      </p:sp>
    </p:spTree>
    <p:extLst>
      <p:ext uri="{BB962C8B-B14F-4D97-AF65-F5344CB8AC3E}">
        <p14:creationId xmlns:p14="http://schemas.microsoft.com/office/powerpoint/2010/main" val="262661874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860874-FEFB-3713-9AFE-24D00729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hu-HU" sz="6600" b="1" dirty="0"/>
              <a:t>Köszönjük a figyelmet!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FD23D5F-27D5-81AA-78CF-23686CE7D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718" y="1825625"/>
            <a:ext cx="67165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2996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78</Words>
  <Application>Microsoft Office PowerPoint</Application>
  <PresentationFormat>Szélesvásznú</PresentationFormat>
  <Paragraphs>24</Paragraphs>
  <Slides>7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Forma 1, Ferrari</vt:lpstr>
      <vt:lpstr>Téma</vt:lpstr>
      <vt:lpstr>HTML</vt:lpstr>
      <vt:lpstr>Java Script</vt:lpstr>
      <vt:lpstr>CSS</vt:lpstr>
      <vt:lpstr>Hogyan néz ki 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lóránt skorván</dc:creator>
  <cp:lastModifiedBy>O365 felhasználó</cp:lastModifiedBy>
  <cp:revision>5</cp:revision>
  <dcterms:created xsi:type="dcterms:W3CDTF">2026-04-27T16:28:15Z</dcterms:created>
  <dcterms:modified xsi:type="dcterms:W3CDTF">2026-04-27T18:07:09Z</dcterms:modified>
</cp:coreProperties>
</file>